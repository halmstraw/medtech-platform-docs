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&amp; AI LEAD — INTERVIEW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Built to Scale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trade-offs, and open 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Halmshaw  ·  May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1F1208"/>
          </a:solidFill>
          <a:ln w="12700">
            <a:solidFill>
              <a:srgbClr val="1F12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66160"/>
            <a:ext cx="5029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58444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public information and prior conversations with Mark. Current state assumptions to be validated on day one.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UNDERSTANDING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Worth Solving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29260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PROPOSITION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72491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 camera measures blood pressure and pulse rate. No cuff, no hardware, no contact. Micro colour changes in facial skin — remote photoplethysmography — analysed by proprietary AI.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Class IIa · EU MDR certified for BP and pulse · NHS primary care · FDA clearance in progress.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743200" cy="29260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898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SITS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724912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6420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is solved. Six patents. 25,000+ paired clinical recordings from 12,500 patients. Calibration-free. Validated across skin tones. Both systolic and diastolic to clinical grade.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now sits in distribution — getting this into the hands of 100 million people, not 100 thousand. That gap is a platform problem.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743200" cy="29260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898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CHALLENGE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724912" cy="50292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664208"/>
            <a:ext cx="2468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simultaneously: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 without breaking what's in the field today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Every change auditable — the architecture is evidence for FDA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Small team at market pace — the engineering model scales before headcount does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1F1A10"/>
          </a:solidFill>
          <a:ln w="12700">
            <a:solidFill>
              <a:srgbClr val="1F1A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89120"/>
            <a:ext cx="50292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4074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B2B SDK delivery model — Lifelight's technology embedded into partner clinical apps. If direct-to-clinician is the primary route, some mobile framing shifts.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OVERVIEW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Areas. Current State. Target State. AI as the Multiplier.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234440"/>
            <a:ext cx="8549640" cy="34747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930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91640" y="12893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69080" y="12893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46520" y="12893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18488" y="1234440"/>
            <a:ext cx="10973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95928" y="1234440"/>
            <a:ext cx="10973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234440"/>
            <a:ext cx="10973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" y="1581912"/>
            <a:ext cx="8549640" cy="658368"/>
          </a:xfrm>
          <a:prstGeom prst="rect">
            <a:avLst/>
          </a:prstGeom>
          <a:solidFill>
            <a:srgbClr val="111F2E"/>
          </a:solidFill>
          <a:ln w="12700">
            <a:solidFill>
              <a:srgbClr val="111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55064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636776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10p+ per assessment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container per request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break at scale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9080" y="1636776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&lt;1p per assessment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inference pool (AKS)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signal extraction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1636776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 monitors cost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anomalies in real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18488" y="1581912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95928" y="1581912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1581912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" y="2240280"/>
            <a:ext cx="8549640" cy="658368"/>
          </a:xfrm>
          <a:prstGeom prst="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13432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performance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2295144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latency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 in cloud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transmitted from device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69080" y="2295144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queue, warm pool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extracted on-device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Metal/Vulkan GPU pipeline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295144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 surfaces degradation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agent flags model drift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18488" y="2240280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95928" y="2240280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3368" y="2240280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" y="2898648"/>
            <a:ext cx="8549640" cy="658368"/>
          </a:xfrm>
          <a:prstGeom prst="rect">
            <a:avLst/>
          </a:prstGeom>
          <a:solidFill>
            <a:srgbClr val="111F2E"/>
          </a:solidFill>
          <a:ln w="12700">
            <a:solidFill>
              <a:srgbClr val="11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71800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safely at pace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295351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release gates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API contract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ad hoc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69080" y="295351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artefacts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a release candidate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2953512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 gates PRs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agent on every PR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agent drafts changelogs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618488" y="2898648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95928" y="2898648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368" y="2898648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1168" y="3557016"/>
            <a:ext cx="8549640" cy="658368"/>
          </a:xfrm>
          <a:prstGeom prst="rect">
            <a:avLst/>
          </a:prstGeom>
          <a:solidFill>
            <a:srgbClr val="0F1C29"/>
          </a:solidFill>
          <a:ln w="12700">
            <a:solidFill>
              <a:srgbClr val="0F1C2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30168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91640" y="361188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field visibility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mobile signal telemetry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correlation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069080" y="361188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Loki · Sentry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SNR telemetry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assessments at clinical quality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46520" y="3611880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agent reads metrics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GitHub Issues from alerts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decide, AI surfaces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618488" y="3557016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95928" y="3557016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3368" y="3557016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4215384"/>
            <a:ext cx="8549640" cy="658368"/>
          </a:xfrm>
          <a:prstGeom prst="rect">
            <a:avLst/>
          </a:prstGeom>
          <a:solidFill>
            <a:srgbClr val="111F2E"/>
          </a:solidFill>
          <a:ln w="12700">
            <a:solidFill>
              <a:srgbClr val="111F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288536"/>
            <a:ext cx="1325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91640" y="4270248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undocumented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cadence informal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manual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069080" y="4270248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before 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1-week sprints, DoD with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gates · Qualio eQMS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46520" y="4270248"/>
            <a:ext cx="22494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 enforces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at PR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visible continuously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18488" y="4215384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95928" y="4215384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73368" y="4215384"/>
            <a:ext cx="10973" cy="658368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merges PRs, pushes to main, writes to Qualio, modifies infrastructure, or silences alerts. Humans approve. Agents do the legwork.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74320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architecture: a Flask inference service that spins a new container per assessment. Each cold start loads the ML model from scratch — seconds of compute before a single reading runs. At 100K users manageable. At 100M, a commercial problem.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7432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74320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(current) · FastAPI or Triton (target) · AKS · Azure Service Bus · MediaPipe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5349240" cy="2331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RECOMMENDATION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534924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0020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comes from keeping the model hot. A warm inference pool on AKS keeps containers alive between assessments — model weights stay loaded in memory, no cold start, no reload. The inference code is stateless: signal in, BP/HR out, no session state between requests. Same container handles many sequential requests. Model loads once.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decoupling via async queue removes the synchronous bottleneck — covered in the next section.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signal extraction moves face detection, ROI extraction, and POS + CHROM processing to the device. Only the processed BVP signal is transmitted — not raw video. Removes a further chunk of cloud compute per assessment.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&amp; REJECTED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4360" y="39593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— simpler, valid phase 1 choice, less control at high volume  ·  Serverless inference — cold start problem doesn't go away, just moves  ·  Keeping Flask as-is in warm pool — viable short term, FastAPI handles concurrent requests better at scale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F16"/>
          </a:solidFill>
          <a:ln w="12700">
            <a:solidFill>
              <a:srgbClr val="0A1F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50292" cy="502920"/>
          </a:xfrm>
          <a:prstGeom prst="rect">
            <a:avLst/>
          </a:prstGeom>
          <a:solidFill>
            <a:srgbClr val="00A374"/>
          </a:solidFill>
          <a:ln w="12700">
            <a:solidFill>
              <a:srgbClr val="00A3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074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AKS adds operational overhead for a small team. Azure Container Apps is the pragmatic phase 1 call — same warm pool benefit, less to manage. Migrate when concurrent load justifies it. Cost figure to be validated on day one.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PERFORMANCE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Performance — Cloud &amp; Client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74320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has two dimensions: cloud-side latency and resilience, and client-side signal quality. You can't optimise the inference if the signal arriving from the device is already degraded. The phone is a signal processor, not just a camera.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7432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74320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Metal (iOS) · Vulkan (Android) · Swift/SwiftUI · Kotlin · MVVM + Clean Architecture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5349240" cy="2331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RECOMMENDATION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534924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0020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async queue removes the synchronous bottleneck. Warm pool removes cold start. Target: p95 inference latency under 3 seconds.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rPPG is ~1% colour change in skin. Smartphone ISPs — auto-exposure, auto-white-balance, H.264 compression — degrade the signal before it reaches the pipeline. On-device pipeline: MediaPipe face landmarks, ROI extraction (forehead + cheeks), POS + CHROM fusion, SNR-weighted signal quality gate. Low-quality segments rejected before transmission — no wasted cloud compute.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Metal on iOS, Vulkan on Android. Target model size under 6MB.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&amp; REJECTED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4360" y="39593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 in cloud, raw video transmitted (simpler day one, privacy exposure, higher cost — phase 1 reality not phase 2 target)  ·  Shared C++ core across platforms (sacrifices platform-native performance, complicates debugging across fragmented device/OS matrix)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F16"/>
          </a:solidFill>
          <a:ln w="12700">
            <a:solidFill>
              <a:srgbClr val="0A1F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50292" cy="502920"/>
          </a:xfrm>
          <a:prstGeom prst="rect">
            <a:avLst/>
          </a:prstGeom>
          <a:solidFill>
            <a:srgbClr val="00A374"/>
          </a:solidFill>
          <a:ln w="12700">
            <a:solidFill>
              <a:srgbClr val="00A3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074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on-device extraction reduces cost, improves privacy, enables offline. Cost: mobile CI/CD complexity and validation across a fragmented device/OS matrix. Phase 2 priority, not day 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SAFELY AT PACE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Safely at Pace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74320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regulated medical device, release confidence is not a nice-to-have. A missing traceability link is not a process failure — it's a regulatory gap. The pipeline makes compliance the path of least resistance.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7432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74320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ACR · TestRail · SonarCloud · Snyk · Syft · Qualio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5349240" cy="2331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RECOMMENDATION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534924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0020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gates: build + unit tests → SonarCloud static analysis → Snyk dependency scan → SBOM generation (Syft, every build) → TestRail trigger → human approval to production. No automated promotion to production. Ever.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test strategy: (1) Unit/integration — GitHub Actions, AI-assisted generation welcome, AI-merged tests are not. (2) System verification — TestRail, requirement → test case → execution → result. This is the IEC 62304 regulatory artefact. (3) Clinical performance — Bland-Altman analysis, skin tone stratification (Fitzpatrick I-VI), longitudinal stability. FDA submission artefact.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sprint produces a release candidate. Production requires PO sign-off + QA gate + regulatory checklist.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&amp; REJECTED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4360" y="39593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test evidence back-filled before submission (cost of back-filling always higher than cost of discipline — rejected)  ·  Fully automated promotion to production (not compatible with regulated software sign-off requirements — rejected)  ·  Separate compliance tooling from delivery pipeline (creates two systems of record — rejected)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F16"/>
          </a:solidFill>
          <a:ln w="12700">
            <a:solidFill>
              <a:srgbClr val="0A1F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50292" cy="502920"/>
          </a:xfrm>
          <a:prstGeom prst="rect">
            <a:avLst/>
          </a:prstGeom>
          <a:solidFill>
            <a:srgbClr val="00A374"/>
          </a:solidFill>
          <a:ln w="12700">
            <a:solidFill>
              <a:srgbClr val="00A3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074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compliance gates add friction. The compliance agent makes traceability linkage visible at PR time — engineers see the gap before it becomes a submission problem, not after.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74320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improve what you cannot see. In a clinical product, a failed assessment is not just a UX problem — it's a trust problem. The platform needs to know what's failing, where, and why, before a clinician notices.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7432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74320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Prometheus · Loki · Sentry · PagerDuty · Sentry Mobile SDK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5349240" cy="2331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RECOMMENDATION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534924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0020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Grafana + Prometheus for infrastructure and service metrics. Loki for structured log aggregation. Sentry for error tracking correlated to specific releases. PagerDuty for on-call routing. Key metrics: assessment success rate, inference latency p50/p95/p99, queue depth, cost per assessment.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Signal quality telemetry returned post-assessment — SNR per ROI, motion artefact rate, rejection rate, confidence scores. Sentry mobile SDK for crash rate and B2B integration errors. Key metric: % of assessments where signal quality is sufficient for clinical output.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constraint: telemetry is aggregated numbers. Raw video or biometric values never transmitted.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ROI: PR cycle time before and after rollout. Review comment action rate. Traceability coverage. False positive rate. Quarterly engineer satisfaction.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&amp; REJECTED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4360" y="39593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only (less flexible for correlating mobile and cloud in a single view)  ·  No mobile telemetry in phase 1 (tempting, rejected — without signal quality data from the field you're optimising blind)  ·  Vibes-based AI ROI measurement (not acceptable in a regulated environment)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F16"/>
          </a:solidFill>
          <a:ln w="12700">
            <a:solidFill>
              <a:srgbClr val="0A1F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50292" cy="502920"/>
          </a:xfrm>
          <a:prstGeom prst="rect">
            <a:avLst/>
          </a:prstGeom>
          <a:solidFill>
            <a:srgbClr val="00A374"/>
          </a:solidFill>
          <a:ln w="12700">
            <a:solidFill>
              <a:srgbClr val="00A3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074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mobile telemetry adds complexity and must be privacy-preserving by design. Lightweight aggregated telemetry from day one — not full instrumentation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PLANNING &amp; CONTROL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Planning &amp; Control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74320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only works if the team believes in it. The goal is not compliance theatre — it's a team that makes better decisions because they understand why the constraints exist. That comes from coaching, not mandates.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74320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743200" cy="411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821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· Qualio · ADR format in repo · Slack (communication only, not compliance record)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34440"/>
            <a:ext cx="5349240" cy="233172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RECOMMENDATION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337560" y="1234440"/>
            <a:ext cx="5349240" cy="41148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00200"/>
            <a:ext cx="50292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Non-negotiables: ADRs written before implementation — context, decision, rationale, alternatives rejected. Stored in repo, reviewed via PR. Trunk-based development, signed commits, audit trail as a side effect of good discipline. Definition of Done includes regulatory gates — risk class, traceability link, TestRail execution, PO acceptance.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 vs purity: the principles above are non-negotiable. Everything else is a conversation. Decompose services where it reduces regulatory blast radius — not for its own sake. Event-driven where auditability is a regulatory requirement — not as a blanket pattern.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1-week sprints, Wardley mapping to understand value and risk. Planning driven by what matters for the product and the submission — not just velocity.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shape: this conversation happens on day one. I don't assume the current structure. I do know that architecture has to be understood by the people delivering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&amp; REJECTED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4360" y="39593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architecture review board (too heavy for a small team — ADRs via PR achieve same outcome with less friction)  ·  Velocity-only planning (ignores regulatory risk — a clinically significant change has a different cost)  ·  Governance process separate from delivery (creates two worlds — engineers treat compliance as something that happens to them)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F16"/>
          </a:solidFill>
          <a:ln w="12700">
            <a:solidFill>
              <a:srgbClr val="0A1F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89120"/>
            <a:ext cx="50292" cy="502920"/>
          </a:xfrm>
          <a:prstGeom prst="rect">
            <a:avLst/>
          </a:prstGeom>
          <a:solidFill>
            <a:srgbClr val="00A374"/>
          </a:solidFill>
          <a:ln w="12700">
            <a:solidFill>
              <a:srgbClr val="00A3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074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ADRs add time before coding starts. The alternative is undocumented decisions that resurface as regulatory findings at submission time. Decisions before content, every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347472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 This System While It Is Being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1664208" cy="129844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88720"/>
            <a:ext cx="1664208" cy="50292"/>
          </a:xfrm>
          <a:prstGeom prst="rect">
            <a:avLst/>
          </a:prstGeom>
          <a:solidFill>
            <a:srgbClr val="8FA3B8"/>
          </a:solidFill>
          <a:ln w="12700">
            <a:solidFill>
              <a:srgbClr val="8F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8016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53619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719072"/>
            <a:ext cx="1481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audit. Understand the actual codebase, test evidence, team shape. Wardley map of value and risk. No changes until this is done.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47672" y="1188720"/>
            <a:ext cx="1664208" cy="129844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1188720"/>
            <a:ext cx="1664208" cy="50292"/>
          </a:xfrm>
          <a:prstGeom prst="rect">
            <a:avLst/>
          </a:prstGeom>
          <a:solidFill>
            <a:srgbClr val="00C389"/>
          </a:solidFill>
          <a:ln w="12700">
            <a:solidFill>
              <a:srgbClr val="00C3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9112" y="128016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153619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39112" y="1719072"/>
            <a:ext cx="1481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inference pool. Async assessment queue. On-device signal extraction phase 1. Target &lt;1p per assessment.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94176" y="1188720"/>
            <a:ext cx="1664208" cy="129844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188720"/>
            <a:ext cx="1664208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128016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control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85616" y="153619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85616" y="1719072"/>
            <a:ext cx="1481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 001–007. CI/CD pipeline to production-grade. TestRail established. DoD with regulatory gates. Compliance and Code Review agents live.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40680" y="1188720"/>
            <a:ext cx="1664208" cy="129844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40680" y="1188720"/>
            <a:ext cx="1664208" cy="502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28016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performance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53619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32120" y="1719072"/>
            <a:ext cx="1481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instrumentation stack. Mobile signal quality telemetry. MLflow model registry. Performance targets enforced by metrics.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87184" y="1188720"/>
            <a:ext cx="1664208" cy="129844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87184" y="1188720"/>
            <a:ext cx="1664208" cy="502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128016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78624" y="153619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78624" y="1719072"/>
            <a:ext cx="1481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developer portal. Multi-partner onboarding. Backstage IDP. FDA evidence base building. De Novo submission support.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" y="2578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92608" y="277977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fix what you don't understand. Every assumption in this deck gets validated here.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39112" y="277977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ROI, least regulatory risk. Builds confidence. Buys budget for what follows.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85616" y="277977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everything delivered faster is delivered with less confidence. The foundation.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32120" y="277977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optimise what you can see. Governance phase gives the pipeline to deploy this safely.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78624" y="2779776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phase. 100K → 100M. Built on a foundation that can support it.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401568"/>
            <a:ext cx="822960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401568"/>
            <a:ext cx="5029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419856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uncertainty: BP estimation from rPPG is not a solved problem. Diastolic BP approaches clinical thresholds in controlled conditions. Systolic BP does not. The most defensible near-term position is HR regulated to clinical grade with BP as a high-quality wellness indicator — and a clear, evidence-based path to clinical-grade BP as the dataset and validation mature. The architecture is built for this transition.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0965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reference architecture: lively-tree-004b4fc10.2.azurestaticapps.net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C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Platform Built to Scale — Lifelight Interview</dc:title>
  <dc:subject>PptxGenJS Presentation</dc:subject>
  <dc:creator>Tim Halmshaw</dc:creator>
  <cp:lastModifiedBy>Tim Halmshaw</cp:lastModifiedBy>
  <cp:revision>1</cp:revision>
  <dcterms:created xsi:type="dcterms:W3CDTF">2026-04-29T09:10:58Z</dcterms:created>
  <dcterms:modified xsi:type="dcterms:W3CDTF">2026-04-29T09:10:58Z</dcterms:modified>
</cp:coreProperties>
</file>